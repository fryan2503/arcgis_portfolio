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8c2962e88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8c2962e88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8c2962e888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8c2962e888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8c2962e888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8c2962e888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8c2962e888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8c2962e888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8c2962e888_1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8c2962e888_1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8c2962e888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8c2962e888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Miami Red"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879953" y="2672160"/>
            <a:ext cx="7255800" cy="17907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 name="Google Shape;11;p2"/>
          <p:cNvSpPr txBox="1"/>
          <p:nvPr>
            <p:ph idx="1" type="subTitle"/>
          </p:nvPr>
        </p:nvSpPr>
        <p:spPr>
          <a:xfrm>
            <a:off x="879953" y="2204782"/>
            <a:ext cx="7255800" cy="3354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lt1"/>
              </a:buClr>
              <a:buSzPts val="1000"/>
              <a:buFont typeface="Arial"/>
              <a:buNone/>
              <a:defRPr sz="1700">
                <a:solidFill>
                  <a:schemeClr val="lt1"/>
                </a:solidFill>
              </a:defRPr>
            </a:lvl1pPr>
            <a:lvl2pPr lvl="1" algn="ctr">
              <a:lnSpc>
                <a:spcPct val="100000"/>
              </a:lnSpc>
              <a:spcBef>
                <a:spcPts val="500"/>
              </a:spcBef>
              <a:spcAft>
                <a:spcPts val="0"/>
              </a:spcAft>
              <a:buClr>
                <a:schemeClr val="dk1"/>
              </a:buClr>
              <a:buSzPts val="900"/>
              <a:buFont typeface="Arial"/>
              <a:buNone/>
              <a:defRPr sz="1500"/>
            </a:lvl2pPr>
            <a:lvl3pPr lvl="2" algn="ctr">
              <a:lnSpc>
                <a:spcPct val="100000"/>
              </a:lnSpc>
              <a:spcBef>
                <a:spcPts val="500"/>
              </a:spcBef>
              <a:spcAft>
                <a:spcPts val="0"/>
              </a:spcAft>
              <a:buClr>
                <a:schemeClr val="dk1"/>
              </a:buClr>
              <a:buSzPts val="800"/>
              <a:buFont typeface="Arial"/>
              <a:buNone/>
              <a:defRPr sz="1400"/>
            </a:lvl3pPr>
            <a:lvl4pPr lvl="3" algn="ctr">
              <a:lnSpc>
                <a:spcPct val="100000"/>
              </a:lnSpc>
              <a:spcBef>
                <a:spcPts val="500"/>
              </a:spcBef>
              <a:spcAft>
                <a:spcPts val="0"/>
              </a:spcAft>
              <a:buClr>
                <a:schemeClr val="dk1"/>
              </a:buClr>
              <a:buSzPts val="700"/>
              <a:buFont typeface="Arial"/>
              <a:buNone/>
              <a:defRPr sz="1200"/>
            </a:lvl4pPr>
            <a:lvl5pPr lvl="4" algn="ctr">
              <a:lnSpc>
                <a:spcPct val="100000"/>
              </a:lnSpc>
              <a:spcBef>
                <a:spcPts val="500"/>
              </a:spcBef>
              <a:spcAft>
                <a:spcPts val="0"/>
              </a:spcAft>
              <a:buClr>
                <a:schemeClr val="dk1"/>
              </a:buClr>
              <a:buSzPts val="700"/>
              <a:buFont typeface="Arial"/>
              <a:buNone/>
              <a:defRPr sz="1200"/>
            </a:lvl5pPr>
            <a:lvl6pPr lvl="5" algn="ctr">
              <a:lnSpc>
                <a:spcPct val="90000"/>
              </a:lnSpc>
              <a:spcBef>
                <a:spcPts val="5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Miami Red">
  <p:cSld name="1_Title and Content Miami Red">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3"/>
          <p:cNvSpPr txBox="1"/>
          <p:nvPr>
            <p:ph idx="1" type="body"/>
          </p:nvPr>
        </p:nvSpPr>
        <p:spPr>
          <a:xfrm>
            <a:off x="463463" y="1243365"/>
            <a:ext cx="8229600" cy="3291900"/>
          </a:xfrm>
          <a:prstGeom prst="rect">
            <a:avLst/>
          </a:prstGeom>
          <a:noFill/>
          <a:ln>
            <a:noFill/>
          </a:ln>
        </p:spPr>
        <p:txBody>
          <a:bodyPr anchorCtr="0" anchor="t" bIns="34275" lIns="68575" spcFirstLastPara="1" rIns="68575" wrap="square" tIns="34275">
            <a:normAutofit/>
          </a:bodyPr>
          <a:lstStyle>
            <a:lvl1pPr indent="-298450" lvl="0" marL="457200" algn="l">
              <a:lnSpc>
                <a:spcPct val="100000"/>
              </a:lnSpc>
              <a:spcBef>
                <a:spcPts val="0"/>
              </a:spcBef>
              <a:spcAft>
                <a:spcPts val="0"/>
              </a:spcAft>
              <a:buClr>
                <a:schemeClr val="dk1"/>
              </a:buClr>
              <a:buSzPts val="1100"/>
              <a:buFont typeface="Arial"/>
              <a:buChar char="•"/>
              <a:defRPr sz="1800"/>
            </a:lvl1pPr>
            <a:lvl2pPr indent="-292100" lvl="1" marL="914400" algn="l">
              <a:lnSpc>
                <a:spcPct val="100000"/>
              </a:lnSpc>
              <a:spcBef>
                <a:spcPts val="500"/>
              </a:spcBef>
              <a:spcAft>
                <a:spcPts val="0"/>
              </a:spcAft>
              <a:buClr>
                <a:schemeClr val="dk1"/>
              </a:buClr>
              <a:buSzPts val="1000"/>
              <a:buFont typeface="Arial"/>
              <a:buChar char="•"/>
              <a:defRPr sz="1700"/>
            </a:lvl2pPr>
            <a:lvl3pPr indent="-285750" lvl="2" marL="1371600" algn="l">
              <a:lnSpc>
                <a:spcPct val="100000"/>
              </a:lnSpc>
              <a:spcBef>
                <a:spcPts val="500"/>
              </a:spcBef>
              <a:spcAft>
                <a:spcPts val="0"/>
              </a:spcAft>
              <a:buClr>
                <a:schemeClr val="dk1"/>
              </a:buClr>
              <a:buSzPts val="900"/>
              <a:buFont typeface="Arial"/>
              <a:buChar char="•"/>
              <a:defRPr sz="1500"/>
            </a:lvl3pPr>
            <a:lvl4pPr indent="-279400" lvl="3" marL="1828800" algn="l">
              <a:lnSpc>
                <a:spcPct val="100000"/>
              </a:lnSpc>
              <a:spcBef>
                <a:spcPts val="500"/>
              </a:spcBef>
              <a:spcAft>
                <a:spcPts val="0"/>
              </a:spcAft>
              <a:buClr>
                <a:schemeClr val="dk1"/>
              </a:buClr>
              <a:buSzPts val="800"/>
              <a:buFont typeface="Arial"/>
              <a:buChar char="•"/>
              <a:defRPr sz="1400"/>
            </a:lvl4pPr>
            <a:lvl5pPr indent="-273050" lvl="4" marL="2286000" algn="l">
              <a:lnSpc>
                <a:spcPct val="100000"/>
              </a:lnSpc>
              <a:spcBef>
                <a:spcPts val="500"/>
              </a:spcBef>
              <a:spcAft>
                <a:spcPts val="0"/>
              </a:spcAft>
              <a:buClr>
                <a:schemeClr val="dk1"/>
              </a:buClr>
              <a:buSzPts val="700"/>
              <a:buFont typeface="Arial"/>
              <a:buChar char="•"/>
              <a:defRPr sz="1200"/>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 name="Google Shape;14;p3"/>
          <p:cNvSpPr txBox="1"/>
          <p:nvPr>
            <p:ph type="title"/>
          </p:nvPr>
        </p:nvSpPr>
        <p:spPr>
          <a:xfrm>
            <a:off x="461114" y="273844"/>
            <a:ext cx="8229600" cy="822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2300"/>
              <a:buFont typeface="Arial"/>
              <a:buNone/>
              <a:defRPr sz="23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3"/>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an">
  <p:cSld name="1_Title and Content Tan">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4"/>
          <p:cNvSpPr txBox="1"/>
          <p:nvPr>
            <p:ph idx="1" type="body"/>
          </p:nvPr>
        </p:nvSpPr>
        <p:spPr>
          <a:xfrm>
            <a:off x="461114" y="1243365"/>
            <a:ext cx="8229600" cy="329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 name="Google Shape;18;p4"/>
          <p:cNvSpPr txBox="1"/>
          <p:nvPr>
            <p:ph type="title"/>
          </p:nvPr>
        </p:nvSpPr>
        <p:spPr>
          <a:xfrm>
            <a:off x="461114" y="273844"/>
            <a:ext cx="8229600" cy="822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4"/>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hoto">
  <p:cSld name="Title Slide Photo">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ctrTitle"/>
          </p:nvPr>
        </p:nvSpPr>
        <p:spPr>
          <a:xfrm>
            <a:off x="879953" y="2672160"/>
            <a:ext cx="7255800" cy="17907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2" name="Google Shape;22;p5"/>
          <p:cNvSpPr txBox="1"/>
          <p:nvPr>
            <p:ph idx="1" type="subTitle"/>
          </p:nvPr>
        </p:nvSpPr>
        <p:spPr>
          <a:xfrm>
            <a:off x="879953" y="2176598"/>
            <a:ext cx="7255800" cy="3354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lt1"/>
              </a:buClr>
              <a:buSzPts val="1000"/>
              <a:buFont typeface="Arial"/>
              <a:buNone/>
              <a:defRPr sz="1700">
                <a:solidFill>
                  <a:schemeClr val="lt1"/>
                </a:solidFill>
              </a:defRPr>
            </a:lvl1pPr>
            <a:lvl2pPr lvl="1" algn="ctr">
              <a:lnSpc>
                <a:spcPct val="100000"/>
              </a:lnSpc>
              <a:spcBef>
                <a:spcPts val="500"/>
              </a:spcBef>
              <a:spcAft>
                <a:spcPts val="0"/>
              </a:spcAft>
              <a:buClr>
                <a:schemeClr val="dk1"/>
              </a:buClr>
              <a:buSzPts val="900"/>
              <a:buFont typeface="Arial"/>
              <a:buNone/>
              <a:defRPr sz="1500"/>
            </a:lvl2pPr>
            <a:lvl3pPr lvl="2" algn="ctr">
              <a:lnSpc>
                <a:spcPct val="100000"/>
              </a:lnSpc>
              <a:spcBef>
                <a:spcPts val="500"/>
              </a:spcBef>
              <a:spcAft>
                <a:spcPts val="0"/>
              </a:spcAft>
              <a:buClr>
                <a:schemeClr val="dk1"/>
              </a:buClr>
              <a:buSzPts val="800"/>
              <a:buFont typeface="Arial"/>
              <a:buNone/>
              <a:defRPr sz="1400"/>
            </a:lvl3pPr>
            <a:lvl4pPr lvl="3" algn="ctr">
              <a:lnSpc>
                <a:spcPct val="100000"/>
              </a:lnSpc>
              <a:spcBef>
                <a:spcPts val="500"/>
              </a:spcBef>
              <a:spcAft>
                <a:spcPts val="0"/>
              </a:spcAft>
              <a:buClr>
                <a:schemeClr val="dk1"/>
              </a:buClr>
              <a:buSzPts val="700"/>
              <a:buFont typeface="Arial"/>
              <a:buNone/>
              <a:defRPr sz="1200"/>
            </a:lvl4pPr>
            <a:lvl5pPr lvl="4" algn="ctr">
              <a:lnSpc>
                <a:spcPct val="100000"/>
              </a:lnSpc>
              <a:spcBef>
                <a:spcPts val="500"/>
              </a:spcBef>
              <a:spcAft>
                <a:spcPts val="0"/>
              </a:spcAft>
              <a:buClr>
                <a:schemeClr val="dk1"/>
              </a:buClr>
              <a:buSzPts val="700"/>
              <a:buFont typeface="Arial"/>
              <a:buNone/>
              <a:defRPr sz="1200"/>
            </a:lvl5pPr>
            <a:lvl6pPr lvl="5" algn="ctr">
              <a:lnSpc>
                <a:spcPct val="90000"/>
              </a:lnSpc>
              <a:spcBef>
                <a:spcPts val="5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Miami Red" type="twoObj">
  <p:cSld name="TWO_OBJECTS">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61114" y="273844"/>
            <a:ext cx="8229600" cy="822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 name="Google Shape;25;p6"/>
          <p:cNvSpPr txBox="1"/>
          <p:nvPr>
            <p:ph idx="1" type="body"/>
          </p:nvPr>
        </p:nvSpPr>
        <p:spPr>
          <a:xfrm>
            <a:off x="463620" y="1243365"/>
            <a:ext cx="3977700" cy="329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 name="Google Shape;26;p6"/>
          <p:cNvSpPr txBox="1"/>
          <p:nvPr>
            <p:ph idx="2" type="body"/>
          </p:nvPr>
        </p:nvSpPr>
        <p:spPr>
          <a:xfrm>
            <a:off x="4702741" y="1243365"/>
            <a:ext cx="3977700" cy="329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 name="Google Shape;27;p6"/>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an">
  <p:cSld name="Two Content Tan">
    <p:bg>
      <p:bgPr>
        <a:blipFill>
          <a:blip r:embed="rId2">
            <a:alphaModFix/>
          </a:blip>
          <a:stretch>
            <a:fillRect/>
          </a:stretch>
        </a:blipFill>
      </p:bgPr>
    </p:bg>
    <p:spTree>
      <p:nvGrpSpPr>
        <p:cNvPr id="28" name="Shape 28"/>
        <p:cNvGrpSpPr/>
        <p:nvPr/>
      </p:nvGrpSpPr>
      <p:grpSpPr>
        <a:xfrm>
          <a:off x="0" y="0"/>
          <a:ext cx="0" cy="0"/>
          <a:chOff x="0" y="0"/>
          <a:chExt cx="0" cy="0"/>
        </a:xfrm>
      </p:grpSpPr>
      <p:sp>
        <p:nvSpPr>
          <p:cNvPr id="29" name="Google Shape;29;p7"/>
          <p:cNvSpPr txBox="1"/>
          <p:nvPr>
            <p:ph type="title"/>
          </p:nvPr>
        </p:nvSpPr>
        <p:spPr>
          <a:xfrm>
            <a:off x="461114" y="273844"/>
            <a:ext cx="8229600" cy="822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0" name="Google Shape;30;p7"/>
          <p:cNvSpPr txBox="1"/>
          <p:nvPr>
            <p:ph idx="1" type="body"/>
          </p:nvPr>
        </p:nvSpPr>
        <p:spPr>
          <a:xfrm>
            <a:off x="461114" y="1243365"/>
            <a:ext cx="3977700" cy="329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1" name="Google Shape;31;p7"/>
          <p:cNvSpPr txBox="1"/>
          <p:nvPr>
            <p:ph idx="2" type="body"/>
          </p:nvPr>
        </p:nvSpPr>
        <p:spPr>
          <a:xfrm>
            <a:off x="4713074" y="1243365"/>
            <a:ext cx="3977700" cy="329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Google Shape;32;p7"/>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Miami Red">
  <p:cSld name="1_Two Content Miami Red">
    <p:bg>
      <p:bgPr>
        <a:blipFill>
          <a:blip r:embed="rId2">
            <a:alphaModFix/>
          </a:blip>
          <a:stretch>
            <a:fillRect/>
          </a:stretch>
        </a:blip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61114" y="273844"/>
            <a:ext cx="8229600" cy="822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5" name="Google Shape;35;p8"/>
          <p:cNvSpPr txBox="1"/>
          <p:nvPr>
            <p:ph idx="1" type="body"/>
          </p:nvPr>
        </p:nvSpPr>
        <p:spPr>
          <a:xfrm>
            <a:off x="463620" y="1243365"/>
            <a:ext cx="3977700" cy="329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 name="Google Shape;36;p8"/>
          <p:cNvSpPr txBox="1"/>
          <p:nvPr>
            <p:ph idx="2" type="body"/>
          </p:nvPr>
        </p:nvSpPr>
        <p:spPr>
          <a:xfrm>
            <a:off x="4702741" y="1243365"/>
            <a:ext cx="3977700" cy="329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 name="Google Shape;37;p8"/>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an">
  <p:cSld name="Comparison Tan">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9"/>
          <p:cNvSpPr txBox="1"/>
          <p:nvPr>
            <p:ph type="title"/>
          </p:nvPr>
        </p:nvSpPr>
        <p:spPr>
          <a:xfrm>
            <a:off x="457200" y="273844"/>
            <a:ext cx="8229600" cy="822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0" name="Google Shape;40;p9"/>
          <p:cNvSpPr txBox="1"/>
          <p:nvPr>
            <p:ph idx="1" type="body"/>
          </p:nvPr>
        </p:nvSpPr>
        <p:spPr>
          <a:xfrm>
            <a:off x="457199" y="1224715"/>
            <a:ext cx="3977700" cy="4116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0"/>
              </a:spcBef>
              <a:spcAft>
                <a:spcPts val="0"/>
              </a:spcAft>
              <a:buClr>
                <a:schemeClr val="dk2"/>
              </a:buClr>
              <a:buSzPts val="1100"/>
              <a:buFont typeface="Arial"/>
              <a:buNone/>
              <a:defRPr b="1" sz="1800">
                <a:solidFill>
                  <a:schemeClr val="dk2"/>
                </a:solidFill>
              </a:defRPr>
            </a:lvl1pPr>
            <a:lvl2pPr indent="-228600" lvl="1" marL="914400" algn="l">
              <a:lnSpc>
                <a:spcPct val="100000"/>
              </a:lnSpc>
              <a:spcBef>
                <a:spcPts val="500"/>
              </a:spcBef>
              <a:spcAft>
                <a:spcPts val="0"/>
              </a:spcAft>
              <a:buClr>
                <a:schemeClr val="dk1"/>
              </a:buClr>
              <a:buSzPts val="900"/>
              <a:buFont typeface="Arial"/>
              <a:buNone/>
              <a:defRPr b="1" sz="1500"/>
            </a:lvl2pPr>
            <a:lvl3pPr indent="-228600" lvl="2" marL="1371600" algn="l">
              <a:lnSpc>
                <a:spcPct val="100000"/>
              </a:lnSpc>
              <a:spcBef>
                <a:spcPts val="500"/>
              </a:spcBef>
              <a:spcAft>
                <a:spcPts val="0"/>
              </a:spcAft>
              <a:buClr>
                <a:schemeClr val="dk1"/>
              </a:buClr>
              <a:buSzPts val="800"/>
              <a:buFont typeface="Arial"/>
              <a:buNone/>
              <a:defRPr b="1" sz="1400"/>
            </a:lvl3pPr>
            <a:lvl4pPr indent="-228600" lvl="3" marL="1828800" algn="l">
              <a:lnSpc>
                <a:spcPct val="100000"/>
              </a:lnSpc>
              <a:spcBef>
                <a:spcPts val="500"/>
              </a:spcBef>
              <a:spcAft>
                <a:spcPts val="0"/>
              </a:spcAft>
              <a:buClr>
                <a:schemeClr val="dk1"/>
              </a:buClr>
              <a:buSzPts val="700"/>
              <a:buFont typeface="Arial"/>
              <a:buNone/>
              <a:defRPr b="1" sz="1200"/>
            </a:lvl4pPr>
            <a:lvl5pPr indent="-228600" lvl="4" marL="2286000" algn="l">
              <a:lnSpc>
                <a:spcPct val="100000"/>
              </a:lnSpc>
              <a:spcBef>
                <a:spcPts val="500"/>
              </a:spcBef>
              <a:spcAft>
                <a:spcPts val="0"/>
              </a:spcAft>
              <a:buClr>
                <a:schemeClr val="dk1"/>
              </a:buClr>
              <a:buSzPts val="700"/>
              <a:buFont typeface="Arial"/>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Google Shape;41;p9"/>
          <p:cNvSpPr txBox="1"/>
          <p:nvPr>
            <p:ph idx="2" type="body"/>
          </p:nvPr>
        </p:nvSpPr>
        <p:spPr>
          <a:xfrm>
            <a:off x="457199" y="1709705"/>
            <a:ext cx="3977700" cy="281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Google Shape;42;p9"/>
          <p:cNvSpPr txBox="1"/>
          <p:nvPr>
            <p:ph idx="3" type="body"/>
          </p:nvPr>
        </p:nvSpPr>
        <p:spPr>
          <a:xfrm>
            <a:off x="4705246" y="1224715"/>
            <a:ext cx="3977700" cy="4116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0"/>
              </a:spcBef>
              <a:spcAft>
                <a:spcPts val="0"/>
              </a:spcAft>
              <a:buClr>
                <a:schemeClr val="dk2"/>
              </a:buClr>
              <a:buSzPts val="1100"/>
              <a:buFont typeface="Arial"/>
              <a:buNone/>
              <a:defRPr b="1" sz="1800">
                <a:solidFill>
                  <a:schemeClr val="dk2"/>
                </a:solidFill>
              </a:defRPr>
            </a:lvl1pPr>
            <a:lvl2pPr indent="-228600" lvl="1" marL="914400" algn="l">
              <a:lnSpc>
                <a:spcPct val="100000"/>
              </a:lnSpc>
              <a:spcBef>
                <a:spcPts val="500"/>
              </a:spcBef>
              <a:spcAft>
                <a:spcPts val="0"/>
              </a:spcAft>
              <a:buClr>
                <a:schemeClr val="dk1"/>
              </a:buClr>
              <a:buSzPts val="900"/>
              <a:buFont typeface="Arial"/>
              <a:buNone/>
              <a:defRPr b="1" sz="1500"/>
            </a:lvl2pPr>
            <a:lvl3pPr indent="-228600" lvl="2" marL="1371600" algn="l">
              <a:lnSpc>
                <a:spcPct val="100000"/>
              </a:lnSpc>
              <a:spcBef>
                <a:spcPts val="500"/>
              </a:spcBef>
              <a:spcAft>
                <a:spcPts val="0"/>
              </a:spcAft>
              <a:buClr>
                <a:schemeClr val="dk1"/>
              </a:buClr>
              <a:buSzPts val="800"/>
              <a:buFont typeface="Arial"/>
              <a:buNone/>
              <a:defRPr b="1" sz="1400"/>
            </a:lvl3pPr>
            <a:lvl4pPr indent="-228600" lvl="3" marL="1828800" algn="l">
              <a:lnSpc>
                <a:spcPct val="100000"/>
              </a:lnSpc>
              <a:spcBef>
                <a:spcPts val="500"/>
              </a:spcBef>
              <a:spcAft>
                <a:spcPts val="0"/>
              </a:spcAft>
              <a:buClr>
                <a:schemeClr val="dk1"/>
              </a:buClr>
              <a:buSzPts val="700"/>
              <a:buFont typeface="Arial"/>
              <a:buNone/>
              <a:defRPr b="1" sz="1200"/>
            </a:lvl4pPr>
            <a:lvl5pPr indent="-228600" lvl="4" marL="2286000" algn="l">
              <a:lnSpc>
                <a:spcPct val="100000"/>
              </a:lnSpc>
              <a:spcBef>
                <a:spcPts val="500"/>
              </a:spcBef>
              <a:spcAft>
                <a:spcPts val="0"/>
              </a:spcAft>
              <a:buClr>
                <a:schemeClr val="dk1"/>
              </a:buClr>
              <a:buSzPts val="700"/>
              <a:buFont typeface="Arial"/>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3" name="Google Shape;43;p9"/>
          <p:cNvSpPr txBox="1"/>
          <p:nvPr>
            <p:ph idx="4" type="body"/>
          </p:nvPr>
        </p:nvSpPr>
        <p:spPr>
          <a:xfrm>
            <a:off x="4705246" y="1709705"/>
            <a:ext cx="3977700" cy="281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 name="Google Shape;44;p9"/>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Miami Red" type="blank">
  <p:cSld name="BLANK">
    <p:bg>
      <p:bgPr>
        <a:blipFill>
          <a:blip r:embed="rId2">
            <a:alphaModFix/>
          </a:blip>
          <a:stretch>
            <a:fillRect/>
          </a:stretch>
        </a:blipFill>
      </p:bgPr>
    </p:bg>
    <p:spTree>
      <p:nvGrpSpPr>
        <p:cNvPr id="45" name="Shape 45"/>
        <p:cNvGrpSpPr/>
        <p:nvPr/>
      </p:nvGrpSpPr>
      <p:grpSpPr>
        <a:xfrm>
          <a:off x="0" y="0"/>
          <a:ext cx="0" cy="0"/>
          <a:chOff x="0" y="0"/>
          <a:chExt cx="0" cy="0"/>
        </a:xfrm>
      </p:grpSpPr>
      <p:sp>
        <p:nvSpPr>
          <p:cNvPr id="46" name="Google Shape;46;p10"/>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Miami Red">
  <p:cSld name="1_Blank Miami Red">
    <p:bg>
      <p:bgPr>
        <a:blipFill>
          <a:blip r:embed="rId2">
            <a:alphaModFix/>
          </a:blip>
          <a:stretch>
            <a:fillRect/>
          </a:stretch>
        </a:blipFill>
      </p:bgPr>
    </p:bg>
    <p:spTree>
      <p:nvGrpSpPr>
        <p:cNvPr id="47" name="Shape 47"/>
        <p:cNvGrpSpPr/>
        <p:nvPr/>
      </p:nvGrpSpPr>
      <p:grpSpPr>
        <a:xfrm>
          <a:off x="0" y="0"/>
          <a:ext cx="0" cy="0"/>
          <a:chOff x="0" y="0"/>
          <a:chExt cx="0" cy="0"/>
        </a:xfrm>
      </p:grpSpPr>
      <p:sp>
        <p:nvSpPr>
          <p:cNvPr id="48" name="Google Shape;48;p11"/>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an">
  <p:cSld name="1_Blank Tan">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12"/>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an">
  <p:cSld name="1_Two Content Tan">
    <p:bg>
      <p:bgPr>
        <a:blipFill>
          <a:blip r:embed="rId2">
            <a:alphaModFix/>
          </a:blip>
          <a:stretch>
            <a:fillRect/>
          </a:stretch>
        </a:blipFill>
      </p:bgPr>
    </p:bg>
    <p:spTree>
      <p:nvGrpSpPr>
        <p:cNvPr id="51" name="Shape 51"/>
        <p:cNvGrpSpPr/>
        <p:nvPr/>
      </p:nvGrpSpPr>
      <p:grpSpPr>
        <a:xfrm>
          <a:off x="0" y="0"/>
          <a:ext cx="0" cy="0"/>
          <a:chOff x="0" y="0"/>
          <a:chExt cx="0" cy="0"/>
        </a:xfrm>
      </p:grpSpPr>
      <p:sp>
        <p:nvSpPr>
          <p:cNvPr id="52" name="Google Shape;52;p13"/>
          <p:cNvSpPr txBox="1"/>
          <p:nvPr>
            <p:ph type="title"/>
          </p:nvPr>
        </p:nvSpPr>
        <p:spPr>
          <a:xfrm>
            <a:off x="461114" y="273844"/>
            <a:ext cx="8229600" cy="822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 name="Google Shape;53;p13"/>
          <p:cNvSpPr txBox="1"/>
          <p:nvPr>
            <p:ph idx="1" type="body"/>
          </p:nvPr>
        </p:nvSpPr>
        <p:spPr>
          <a:xfrm>
            <a:off x="461114" y="1243365"/>
            <a:ext cx="3977700" cy="329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 name="Google Shape;54;p13"/>
          <p:cNvSpPr txBox="1"/>
          <p:nvPr>
            <p:ph idx="2" type="body"/>
          </p:nvPr>
        </p:nvSpPr>
        <p:spPr>
          <a:xfrm>
            <a:off x="4713074" y="1243365"/>
            <a:ext cx="3977700" cy="329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 name="Google Shape;55;p13"/>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Miami Red" type="twoTxTwoObj">
  <p:cSld name="TWO_OBJECTS_WITH_TEXT">
    <p:bg>
      <p:bgPr>
        <a:blipFill>
          <a:blip r:embed="rId2">
            <a:alphaModFix/>
          </a:blip>
          <a:stretch>
            <a:fillRect/>
          </a:stretch>
        </a:blip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457200" y="273843"/>
            <a:ext cx="8229600" cy="822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8" name="Google Shape;58;p14"/>
          <p:cNvSpPr txBox="1"/>
          <p:nvPr>
            <p:ph idx="1" type="body"/>
          </p:nvPr>
        </p:nvSpPr>
        <p:spPr>
          <a:xfrm>
            <a:off x="457199" y="1223470"/>
            <a:ext cx="3977700" cy="4116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0"/>
              </a:spcBef>
              <a:spcAft>
                <a:spcPts val="0"/>
              </a:spcAft>
              <a:buClr>
                <a:schemeClr val="dk2"/>
              </a:buClr>
              <a:buSzPts val="1100"/>
              <a:buFont typeface="Arial"/>
              <a:buNone/>
              <a:defRPr b="1" sz="1800">
                <a:solidFill>
                  <a:schemeClr val="dk2"/>
                </a:solidFill>
              </a:defRPr>
            </a:lvl1pPr>
            <a:lvl2pPr indent="-228600" lvl="1" marL="914400" algn="l">
              <a:lnSpc>
                <a:spcPct val="100000"/>
              </a:lnSpc>
              <a:spcBef>
                <a:spcPts val="500"/>
              </a:spcBef>
              <a:spcAft>
                <a:spcPts val="0"/>
              </a:spcAft>
              <a:buClr>
                <a:schemeClr val="dk1"/>
              </a:buClr>
              <a:buSzPts val="900"/>
              <a:buFont typeface="Arial"/>
              <a:buNone/>
              <a:defRPr b="1" sz="1500"/>
            </a:lvl2pPr>
            <a:lvl3pPr indent="-228600" lvl="2" marL="1371600" algn="l">
              <a:lnSpc>
                <a:spcPct val="100000"/>
              </a:lnSpc>
              <a:spcBef>
                <a:spcPts val="500"/>
              </a:spcBef>
              <a:spcAft>
                <a:spcPts val="0"/>
              </a:spcAft>
              <a:buClr>
                <a:schemeClr val="dk1"/>
              </a:buClr>
              <a:buSzPts val="800"/>
              <a:buFont typeface="Arial"/>
              <a:buNone/>
              <a:defRPr b="1" sz="1400"/>
            </a:lvl3pPr>
            <a:lvl4pPr indent="-228600" lvl="3" marL="1828800" algn="l">
              <a:lnSpc>
                <a:spcPct val="100000"/>
              </a:lnSpc>
              <a:spcBef>
                <a:spcPts val="500"/>
              </a:spcBef>
              <a:spcAft>
                <a:spcPts val="0"/>
              </a:spcAft>
              <a:buClr>
                <a:schemeClr val="dk1"/>
              </a:buClr>
              <a:buSzPts val="700"/>
              <a:buFont typeface="Arial"/>
              <a:buNone/>
              <a:defRPr b="1" sz="1200"/>
            </a:lvl4pPr>
            <a:lvl5pPr indent="-228600" lvl="4" marL="2286000" algn="l">
              <a:lnSpc>
                <a:spcPct val="100000"/>
              </a:lnSpc>
              <a:spcBef>
                <a:spcPts val="500"/>
              </a:spcBef>
              <a:spcAft>
                <a:spcPts val="0"/>
              </a:spcAft>
              <a:buClr>
                <a:schemeClr val="dk1"/>
              </a:buClr>
              <a:buSzPts val="700"/>
              <a:buFont typeface="Arial"/>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9" name="Google Shape;59;p14"/>
          <p:cNvSpPr txBox="1"/>
          <p:nvPr>
            <p:ph idx="2" type="body"/>
          </p:nvPr>
        </p:nvSpPr>
        <p:spPr>
          <a:xfrm>
            <a:off x="457200" y="1708460"/>
            <a:ext cx="3977700" cy="281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 name="Google Shape;60;p14"/>
          <p:cNvSpPr txBox="1"/>
          <p:nvPr>
            <p:ph idx="3" type="body"/>
          </p:nvPr>
        </p:nvSpPr>
        <p:spPr>
          <a:xfrm>
            <a:off x="4705246" y="1223470"/>
            <a:ext cx="3977700" cy="4116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0"/>
              </a:spcBef>
              <a:spcAft>
                <a:spcPts val="0"/>
              </a:spcAft>
              <a:buClr>
                <a:schemeClr val="dk2"/>
              </a:buClr>
              <a:buSzPts val="1100"/>
              <a:buFont typeface="Arial"/>
              <a:buNone/>
              <a:defRPr b="1" sz="1800">
                <a:solidFill>
                  <a:schemeClr val="dk2"/>
                </a:solidFill>
              </a:defRPr>
            </a:lvl1pPr>
            <a:lvl2pPr indent="-228600" lvl="1" marL="914400" algn="l">
              <a:lnSpc>
                <a:spcPct val="100000"/>
              </a:lnSpc>
              <a:spcBef>
                <a:spcPts val="500"/>
              </a:spcBef>
              <a:spcAft>
                <a:spcPts val="0"/>
              </a:spcAft>
              <a:buClr>
                <a:schemeClr val="dk1"/>
              </a:buClr>
              <a:buSzPts val="900"/>
              <a:buFont typeface="Arial"/>
              <a:buNone/>
              <a:defRPr b="1" sz="1500"/>
            </a:lvl2pPr>
            <a:lvl3pPr indent="-228600" lvl="2" marL="1371600" algn="l">
              <a:lnSpc>
                <a:spcPct val="100000"/>
              </a:lnSpc>
              <a:spcBef>
                <a:spcPts val="500"/>
              </a:spcBef>
              <a:spcAft>
                <a:spcPts val="0"/>
              </a:spcAft>
              <a:buClr>
                <a:schemeClr val="dk1"/>
              </a:buClr>
              <a:buSzPts val="800"/>
              <a:buFont typeface="Arial"/>
              <a:buNone/>
              <a:defRPr b="1" sz="1400"/>
            </a:lvl3pPr>
            <a:lvl4pPr indent="-228600" lvl="3" marL="1828800" algn="l">
              <a:lnSpc>
                <a:spcPct val="100000"/>
              </a:lnSpc>
              <a:spcBef>
                <a:spcPts val="500"/>
              </a:spcBef>
              <a:spcAft>
                <a:spcPts val="0"/>
              </a:spcAft>
              <a:buClr>
                <a:schemeClr val="dk1"/>
              </a:buClr>
              <a:buSzPts val="700"/>
              <a:buFont typeface="Arial"/>
              <a:buNone/>
              <a:defRPr b="1" sz="1200"/>
            </a:lvl4pPr>
            <a:lvl5pPr indent="-228600" lvl="4" marL="2286000" algn="l">
              <a:lnSpc>
                <a:spcPct val="100000"/>
              </a:lnSpc>
              <a:spcBef>
                <a:spcPts val="500"/>
              </a:spcBef>
              <a:spcAft>
                <a:spcPts val="0"/>
              </a:spcAft>
              <a:buClr>
                <a:schemeClr val="dk1"/>
              </a:buClr>
              <a:buSzPts val="700"/>
              <a:buFont typeface="Arial"/>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1" name="Google Shape;61;p14"/>
          <p:cNvSpPr txBox="1"/>
          <p:nvPr>
            <p:ph idx="4" type="body"/>
          </p:nvPr>
        </p:nvSpPr>
        <p:spPr>
          <a:xfrm>
            <a:off x="4705246" y="1708460"/>
            <a:ext cx="3977700" cy="281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2" name="Google Shape;62;p14"/>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Miami Red">
  <p:cSld name="1_Comparison Miami Red">
    <p:bg>
      <p:bgPr>
        <a:blipFill>
          <a:blip r:embed="rId2">
            <a:alphaModFix/>
          </a:blip>
          <a:stretch>
            <a:fillRect/>
          </a:stretch>
        </a:blipFill>
      </p:bgPr>
    </p:bg>
    <p:spTree>
      <p:nvGrpSpPr>
        <p:cNvPr id="63" name="Shape 63"/>
        <p:cNvGrpSpPr/>
        <p:nvPr/>
      </p:nvGrpSpPr>
      <p:grpSpPr>
        <a:xfrm>
          <a:off x="0" y="0"/>
          <a:ext cx="0" cy="0"/>
          <a:chOff x="0" y="0"/>
          <a:chExt cx="0" cy="0"/>
        </a:xfrm>
      </p:grpSpPr>
      <p:sp>
        <p:nvSpPr>
          <p:cNvPr id="64" name="Google Shape;64;p15"/>
          <p:cNvSpPr txBox="1"/>
          <p:nvPr>
            <p:ph type="title"/>
          </p:nvPr>
        </p:nvSpPr>
        <p:spPr>
          <a:xfrm>
            <a:off x="457200" y="273843"/>
            <a:ext cx="8229600" cy="822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p15"/>
          <p:cNvSpPr txBox="1"/>
          <p:nvPr>
            <p:ph idx="1" type="body"/>
          </p:nvPr>
        </p:nvSpPr>
        <p:spPr>
          <a:xfrm>
            <a:off x="457199" y="1223470"/>
            <a:ext cx="3977700" cy="4116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0"/>
              </a:spcBef>
              <a:spcAft>
                <a:spcPts val="0"/>
              </a:spcAft>
              <a:buClr>
                <a:schemeClr val="dk2"/>
              </a:buClr>
              <a:buSzPts val="1100"/>
              <a:buFont typeface="Arial"/>
              <a:buNone/>
              <a:defRPr b="1" sz="1800">
                <a:solidFill>
                  <a:schemeClr val="dk2"/>
                </a:solidFill>
              </a:defRPr>
            </a:lvl1pPr>
            <a:lvl2pPr indent="-228600" lvl="1" marL="914400" algn="l">
              <a:lnSpc>
                <a:spcPct val="100000"/>
              </a:lnSpc>
              <a:spcBef>
                <a:spcPts val="500"/>
              </a:spcBef>
              <a:spcAft>
                <a:spcPts val="0"/>
              </a:spcAft>
              <a:buClr>
                <a:schemeClr val="dk1"/>
              </a:buClr>
              <a:buSzPts val="900"/>
              <a:buFont typeface="Arial"/>
              <a:buNone/>
              <a:defRPr b="1" sz="1500"/>
            </a:lvl2pPr>
            <a:lvl3pPr indent="-228600" lvl="2" marL="1371600" algn="l">
              <a:lnSpc>
                <a:spcPct val="100000"/>
              </a:lnSpc>
              <a:spcBef>
                <a:spcPts val="500"/>
              </a:spcBef>
              <a:spcAft>
                <a:spcPts val="0"/>
              </a:spcAft>
              <a:buClr>
                <a:schemeClr val="dk1"/>
              </a:buClr>
              <a:buSzPts val="800"/>
              <a:buFont typeface="Arial"/>
              <a:buNone/>
              <a:defRPr b="1" sz="1400"/>
            </a:lvl3pPr>
            <a:lvl4pPr indent="-228600" lvl="3" marL="1828800" algn="l">
              <a:lnSpc>
                <a:spcPct val="100000"/>
              </a:lnSpc>
              <a:spcBef>
                <a:spcPts val="500"/>
              </a:spcBef>
              <a:spcAft>
                <a:spcPts val="0"/>
              </a:spcAft>
              <a:buClr>
                <a:schemeClr val="dk1"/>
              </a:buClr>
              <a:buSzPts val="700"/>
              <a:buFont typeface="Arial"/>
              <a:buNone/>
              <a:defRPr b="1" sz="1200"/>
            </a:lvl4pPr>
            <a:lvl5pPr indent="-228600" lvl="4" marL="2286000" algn="l">
              <a:lnSpc>
                <a:spcPct val="100000"/>
              </a:lnSpc>
              <a:spcBef>
                <a:spcPts val="500"/>
              </a:spcBef>
              <a:spcAft>
                <a:spcPts val="0"/>
              </a:spcAft>
              <a:buClr>
                <a:schemeClr val="dk1"/>
              </a:buClr>
              <a:buSzPts val="700"/>
              <a:buFont typeface="Arial"/>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6" name="Google Shape;66;p15"/>
          <p:cNvSpPr txBox="1"/>
          <p:nvPr>
            <p:ph idx="2" type="body"/>
          </p:nvPr>
        </p:nvSpPr>
        <p:spPr>
          <a:xfrm>
            <a:off x="457200" y="1708460"/>
            <a:ext cx="3977700" cy="281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15"/>
          <p:cNvSpPr txBox="1"/>
          <p:nvPr>
            <p:ph idx="3" type="body"/>
          </p:nvPr>
        </p:nvSpPr>
        <p:spPr>
          <a:xfrm>
            <a:off x="4705246" y="1223470"/>
            <a:ext cx="3977700" cy="4116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0"/>
              </a:spcBef>
              <a:spcAft>
                <a:spcPts val="0"/>
              </a:spcAft>
              <a:buClr>
                <a:schemeClr val="dk2"/>
              </a:buClr>
              <a:buSzPts val="1100"/>
              <a:buFont typeface="Arial"/>
              <a:buNone/>
              <a:defRPr b="1" sz="1800">
                <a:solidFill>
                  <a:schemeClr val="dk2"/>
                </a:solidFill>
              </a:defRPr>
            </a:lvl1pPr>
            <a:lvl2pPr indent="-228600" lvl="1" marL="914400" algn="l">
              <a:lnSpc>
                <a:spcPct val="100000"/>
              </a:lnSpc>
              <a:spcBef>
                <a:spcPts val="500"/>
              </a:spcBef>
              <a:spcAft>
                <a:spcPts val="0"/>
              </a:spcAft>
              <a:buClr>
                <a:schemeClr val="dk1"/>
              </a:buClr>
              <a:buSzPts val="900"/>
              <a:buFont typeface="Arial"/>
              <a:buNone/>
              <a:defRPr b="1" sz="1500"/>
            </a:lvl2pPr>
            <a:lvl3pPr indent="-228600" lvl="2" marL="1371600" algn="l">
              <a:lnSpc>
                <a:spcPct val="100000"/>
              </a:lnSpc>
              <a:spcBef>
                <a:spcPts val="500"/>
              </a:spcBef>
              <a:spcAft>
                <a:spcPts val="0"/>
              </a:spcAft>
              <a:buClr>
                <a:schemeClr val="dk1"/>
              </a:buClr>
              <a:buSzPts val="800"/>
              <a:buFont typeface="Arial"/>
              <a:buNone/>
              <a:defRPr b="1" sz="1400"/>
            </a:lvl3pPr>
            <a:lvl4pPr indent="-228600" lvl="3" marL="1828800" algn="l">
              <a:lnSpc>
                <a:spcPct val="100000"/>
              </a:lnSpc>
              <a:spcBef>
                <a:spcPts val="500"/>
              </a:spcBef>
              <a:spcAft>
                <a:spcPts val="0"/>
              </a:spcAft>
              <a:buClr>
                <a:schemeClr val="dk1"/>
              </a:buClr>
              <a:buSzPts val="700"/>
              <a:buFont typeface="Arial"/>
              <a:buNone/>
              <a:defRPr b="1" sz="1200"/>
            </a:lvl4pPr>
            <a:lvl5pPr indent="-228600" lvl="4" marL="2286000" algn="l">
              <a:lnSpc>
                <a:spcPct val="100000"/>
              </a:lnSpc>
              <a:spcBef>
                <a:spcPts val="500"/>
              </a:spcBef>
              <a:spcAft>
                <a:spcPts val="0"/>
              </a:spcAft>
              <a:buClr>
                <a:schemeClr val="dk1"/>
              </a:buClr>
              <a:buSzPts val="700"/>
              <a:buFont typeface="Arial"/>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68" name="Google Shape;68;p15"/>
          <p:cNvSpPr txBox="1"/>
          <p:nvPr>
            <p:ph idx="4" type="body"/>
          </p:nvPr>
        </p:nvSpPr>
        <p:spPr>
          <a:xfrm>
            <a:off x="4705246" y="1708460"/>
            <a:ext cx="3977700" cy="281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9" name="Google Shape;69;p15"/>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an">
  <p:cSld name="1_Comparison Tan">
    <p:bg>
      <p:bgPr>
        <a:blipFill>
          <a:blip r:embed="rId2">
            <a:alphaModFix/>
          </a:blip>
          <a:stretch>
            <a:fillRect/>
          </a:stretch>
        </a:blipFill>
      </p:bgPr>
    </p:bg>
    <p:spTree>
      <p:nvGrpSpPr>
        <p:cNvPr id="70" name="Shape 70"/>
        <p:cNvGrpSpPr/>
        <p:nvPr/>
      </p:nvGrpSpPr>
      <p:grpSpPr>
        <a:xfrm>
          <a:off x="0" y="0"/>
          <a:ext cx="0" cy="0"/>
          <a:chOff x="0" y="0"/>
          <a:chExt cx="0" cy="0"/>
        </a:xfrm>
      </p:grpSpPr>
      <p:sp>
        <p:nvSpPr>
          <p:cNvPr id="71" name="Google Shape;71;p16"/>
          <p:cNvSpPr txBox="1"/>
          <p:nvPr>
            <p:ph type="title"/>
          </p:nvPr>
        </p:nvSpPr>
        <p:spPr>
          <a:xfrm>
            <a:off x="457200" y="273844"/>
            <a:ext cx="8229600" cy="822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6"/>
          <p:cNvSpPr txBox="1"/>
          <p:nvPr>
            <p:ph idx="1" type="body"/>
          </p:nvPr>
        </p:nvSpPr>
        <p:spPr>
          <a:xfrm>
            <a:off x="457199" y="1224715"/>
            <a:ext cx="3977700" cy="4116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0"/>
              </a:spcBef>
              <a:spcAft>
                <a:spcPts val="0"/>
              </a:spcAft>
              <a:buClr>
                <a:schemeClr val="dk2"/>
              </a:buClr>
              <a:buSzPts val="1100"/>
              <a:buFont typeface="Arial"/>
              <a:buNone/>
              <a:defRPr b="1" sz="1800">
                <a:solidFill>
                  <a:schemeClr val="dk2"/>
                </a:solidFill>
              </a:defRPr>
            </a:lvl1pPr>
            <a:lvl2pPr indent="-228600" lvl="1" marL="914400" algn="l">
              <a:lnSpc>
                <a:spcPct val="100000"/>
              </a:lnSpc>
              <a:spcBef>
                <a:spcPts val="500"/>
              </a:spcBef>
              <a:spcAft>
                <a:spcPts val="0"/>
              </a:spcAft>
              <a:buClr>
                <a:schemeClr val="dk1"/>
              </a:buClr>
              <a:buSzPts val="900"/>
              <a:buFont typeface="Arial"/>
              <a:buNone/>
              <a:defRPr b="1" sz="1500"/>
            </a:lvl2pPr>
            <a:lvl3pPr indent="-228600" lvl="2" marL="1371600" algn="l">
              <a:lnSpc>
                <a:spcPct val="100000"/>
              </a:lnSpc>
              <a:spcBef>
                <a:spcPts val="500"/>
              </a:spcBef>
              <a:spcAft>
                <a:spcPts val="0"/>
              </a:spcAft>
              <a:buClr>
                <a:schemeClr val="dk1"/>
              </a:buClr>
              <a:buSzPts val="800"/>
              <a:buFont typeface="Arial"/>
              <a:buNone/>
              <a:defRPr b="1" sz="1400"/>
            </a:lvl3pPr>
            <a:lvl4pPr indent="-228600" lvl="3" marL="1828800" algn="l">
              <a:lnSpc>
                <a:spcPct val="100000"/>
              </a:lnSpc>
              <a:spcBef>
                <a:spcPts val="500"/>
              </a:spcBef>
              <a:spcAft>
                <a:spcPts val="0"/>
              </a:spcAft>
              <a:buClr>
                <a:schemeClr val="dk1"/>
              </a:buClr>
              <a:buSzPts val="700"/>
              <a:buFont typeface="Arial"/>
              <a:buNone/>
              <a:defRPr b="1" sz="1200"/>
            </a:lvl4pPr>
            <a:lvl5pPr indent="-228600" lvl="4" marL="2286000" algn="l">
              <a:lnSpc>
                <a:spcPct val="100000"/>
              </a:lnSpc>
              <a:spcBef>
                <a:spcPts val="500"/>
              </a:spcBef>
              <a:spcAft>
                <a:spcPts val="0"/>
              </a:spcAft>
              <a:buClr>
                <a:schemeClr val="dk1"/>
              </a:buClr>
              <a:buSzPts val="700"/>
              <a:buFont typeface="Arial"/>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73" name="Google Shape;73;p16"/>
          <p:cNvSpPr txBox="1"/>
          <p:nvPr>
            <p:ph idx="2" type="body"/>
          </p:nvPr>
        </p:nvSpPr>
        <p:spPr>
          <a:xfrm>
            <a:off x="457199" y="1709705"/>
            <a:ext cx="3977700" cy="281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4" name="Google Shape;74;p16"/>
          <p:cNvSpPr txBox="1"/>
          <p:nvPr>
            <p:ph idx="3" type="body"/>
          </p:nvPr>
        </p:nvSpPr>
        <p:spPr>
          <a:xfrm>
            <a:off x="4705246" y="1224715"/>
            <a:ext cx="3977700" cy="411600"/>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0"/>
              </a:spcBef>
              <a:spcAft>
                <a:spcPts val="0"/>
              </a:spcAft>
              <a:buClr>
                <a:schemeClr val="dk2"/>
              </a:buClr>
              <a:buSzPts val="1100"/>
              <a:buFont typeface="Arial"/>
              <a:buNone/>
              <a:defRPr b="1" sz="1800">
                <a:solidFill>
                  <a:schemeClr val="dk2"/>
                </a:solidFill>
              </a:defRPr>
            </a:lvl1pPr>
            <a:lvl2pPr indent="-228600" lvl="1" marL="914400" algn="l">
              <a:lnSpc>
                <a:spcPct val="100000"/>
              </a:lnSpc>
              <a:spcBef>
                <a:spcPts val="500"/>
              </a:spcBef>
              <a:spcAft>
                <a:spcPts val="0"/>
              </a:spcAft>
              <a:buClr>
                <a:schemeClr val="dk1"/>
              </a:buClr>
              <a:buSzPts val="900"/>
              <a:buFont typeface="Arial"/>
              <a:buNone/>
              <a:defRPr b="1" sz="1500"/>
            </a:lvl2pPr>
            <a:lvl3pPr indent="-228600" lvl="2" marL="1371600" algn="l">
              <a:lnSpc>
                <a:spcPct val="100000"/>
              </a:lnSpc>
              <a:spcBef>
                <a:spcPts val="500"/>
              </a:spcBef>
              <a:spcAft>
                <a:spcPts val="0"/>
              </a:spcAft>
              <a:buClr>
                <a:schemeClr val="dk1"/>
              </a:buClr>
              <a:buSzPts val="800"/>
              <a:buFont typeface="Arial"/>
              <a:buNone/>
              <a:defRPr b="1" sz="1400"/>
            </a:lvl3pPr>
            <a:lvl4pPr indent="-228600" lvl="3" marL="1828800" algn="l">
              <a:lnSpc>
                <a:spcPct val="100000"/>
              </a:lnSpc>
              <a:spcBef>
                <a:spcPts val="500"/>
              </a:spcBef>
              <a:spcAft>
                <a:spcPts val="0"/>
              </a:spcAft>
              <a:buClr>
                <a:schemeClr val="dk1"/>
              </a:buClr>
              <a:buSzPts val="700"/>
              <a:buFont typeface="Arial"/>
              <a:buNone/>
              <a:defRPr b="1" sz="1200"/>
            </a:lvl4pPr>
            <a:lvl5pPr indent="-228600" lvl="4" marL="2286000" algn="l">
              <a:lnSpc>
                <a:spcPct val="100000"/>
              </a:lnSpc>
              <a:spcBef>
                <a:spcPts val="500"/>
              </a:spcBef>
              <a:spcAft>
                <a:spcPts val="0"/>
              </a:spcAft>
              <a:buClr>
                <a:schemeClr val="dk1"/>
              </a:buClr>
              <a:buSzPts val="700"/>
              <a:buFont typeface="Arial"/>
              <a:buNone/>
              <a:defRPr b="1" sz="1200"/>
            </a:lvl5pPr>
            <a:lvl6pPr indent="-228600" lvl="5" marL="2743200" algn="l">
              <a:lnSpc>
                <a:spcPct val="90000"/>
              </a:lnSpc>
              <a:spcBef>
                <a:spcPts val="5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75" name="Google Shape;75;p16"/>
          <p:cNvSpPr txBox="1"/>
          <p:nvPr>
            <p:ph idx="4" type="body"/>
          </p:nvPr>
        </p:nvSpPr>
        <p:spPr>
          <a:xfrm>
            <a:off x="4705246" y="1709705"/>
            <a:ext cx="3977700" cy="2811900"/>
          </a:xfrm>
          <a:prstGeom prst="rect">
            <a:avLst/>
          </a:prstGeom>
          <a:noFill/>
          <a:ln>
            <a:noFill/>
          </a:ln>
        </p:spPr>
        <p:txBody>
          <a:bodyPr anchorCtr="0" anchor="t" bIns="34275" lIns="68575" spcFirstLastPara="1" rIns="68575" wrap="square" tIns="34275">
            <a:normAutofit/>
          </a:bodyPr>
          <a:lstStyle>
            <a:lvl1pPr indent="-279400" lvl="0" marL="457200" algn="l">
              <a:lnSpc>
                <a:spcPct val="100000"/>
              </a:lnSpc>
              <a:spcBef>
                <a:spcPts val="0"/>
              </a:spcBef>
              <a:spcAft>
                <a:spcPts val="0"/>
              </a:spcAft>
              <a:buClr>
                <a:schemeClr val="dk1"/>
              </a:buClr>
              <a:buSzPts val="800"/>
              <a:buChar char="•"/>
              <a:defRPr/>
            </a:lvl1pPr>
            <a:lvl2pPr indent="-279400" lvl="1" marL="914400" algn="l">
              <a:lnSpc>
                <a:spcPct val="100000"/>
              </a:lnSpc>
              <a:spcBef>
                <a:spcPts val="500"/>
              </a:spcBef>
              <a:spcAft>
                <a:spcPts val="0"/>
              </a:spcAft>
              <a:buClr>
                <a:schemeClr val="dk1"/>
              </a:buClr>
              <a:buSzPts val="800"/>
              <a:buChar char="•"/>
              <a:defRPr/>
            </a:lvl2pPr>
            <a:lvl3pPr indent="-279400" lvl="2" marL="1371600" algn="l">
              <a:lnSpc>
                <a:spcPct val="100000"/>
              </a:lnSpc>
              <a:spcBef>
                <a:spcPts val="500"/>
              </a:spcBef>
              <a:spcAft>
                <a:spcPts val="0"/>
              </a:spcAft>
              <a:buClr>
                <a:schemeClr val="dk1"/>
              </a:buClr>
              <a:buSzPts val="800"/>
              <a:buChar char="•"/>
              <a:defRPr/>
            </a:lvl3pPr>
            <a:lvl4pPr indent="-279400" lvl="3" marL="1828800" algn="l">
              <a:lnSpc>
                <a:spcPct val="100000"/>
              </a:lnSpc>
              <a:spcBef>
                <a:spcPts val="500"/>
              </a:spcBef>
              <a:spcAft>
                <a:spcPts val="0"/>
              </a:spcAft>
              <a:buClr>
                <a:schemeClr val="dk1"/>
              </a:buClr>
              <a:buSzPts val="800"/>
              <a:buChar char="•"/>
              <a:defRPr/>
            </a:lvl4pPr>
            <a:lvl5pPr indent="-279400" lvl="4" marL="2286000" algn="l">
              <a:lnSpc>
                <a:spcPct val="100000"/>
              </a:lnSpc>
              <a:spcBef>
                <a:spcPts val="500"/>
              </a:spcBef>
              <a:spcAft>
                <a:spcPts val="0"/>
              </a:spcAft>
              <a:buClr>
                <a:schemeClr val="dk1"/>
              </a:buClr>
              <a:buSzPts val="800"/>
              <a:buChar char="•"/>
              <a:defRPr/>
            </a:lvl5pPr>
            <a:lvl6pPr indent="-317500" lvl="5" marL="2743200" algn="l">
              <a:lnSpc>
                <a:spcPct val="90000"/>
              </a:lnSpc>
              <a:spcBef>
                <a:spcPts val="5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6" name="Google Shape;76;p16"/>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Miami Red" type="titleOnly">
  <p:cSld name="TITLE_ONLY">
    <p:bg>
      <p:bgPr>
        <a:blipFill>
          <a:blip r:embed="rId2">
            <a:alphaModFix/>
          </a:blip>
          <a:stretch>
            <a:fillRect/>
          </a:stretch>
        </a:blipFill>
      </p:bgPr>
    </p:bg>
    <p:spTree>
      <p:nvGrpSpPr>
        <p:cNvPr id="77" name="Shape 77"/>
        <p:cNvGrpSpPr/>
        <p:nvPr/>
      </p:nvGrpSpPr>
      <p:grpSpPr>
        <a:xfrm>
          <a:off x="0" y="0"/>
          <a:ext cx="0" cy="0"/>
          <a:chOff x="0" y="0"/>
          <a:chExt cx="0" cy="0"/>
        </a:xfrm>
      </p:grpSpPr>
      <p:sp>
        <p:nvSpPr>
          <p:cNvPr id="78" name="Google Shape;78;p17"/>
          <p:cNvSpPr txBox="1"/>
          <p:nvPr>
            <p:ph type="title"/>
          </p:nvPr>
        </p:nvSpPr>
        <p:spPr>
          <a:xfrm>
            <a:off x="461114" y="273844"/>
            <a:ext cx="8229600" cy="822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7"/>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an">
  <p:cSld name="Title Only Tan">
    <p:bg>
      <p:bgPr>
        <a:blipFill>
          <a:blip r:embed="rId2">
            <a:alphaModFix/>
          </a:blip>
          <a:stretch>
            <a:fillRect/>
          </a:stretch>
        </a:blipFill>
      </p:bgPr>
    </p:bg>
    <p:spTree>
      <p:nvGrpSpPr>
        <p:cNvPr id="80" name="Shape 80"/>
        <p:cNvGrpSpPr/>
        <p:nvPr/>
      </p:nvGrpSpPr>
      <p:grpSpPr>
        <a:xfrm>
          <a:off x="0" y="0"/>
          <a:ext cx="0" cy="0"/>
          <a:chOff x="0" y="0"/>
          <a:chExt cx="0" cy="0"/>
        </a:xfrm>
      </p:grpSpPr>
      <p:sp>
        <p:nvSpPr>
          <p:cNvPr id="81" name="Google Shape;81;p18"/>
          <p:cNvSpPr txBox="1"/>
          <p:nvPr>
            <p:ph type="title"/>
          </p:nvPr>
        </p:nvSpPr>
        <p:spPr>
          <a:xfrm>
            <a:off x="461114" y="273844"/>
            <a:ext cx="8229600" cy="822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18"/>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Miami Red">
  <p:cSld name="1_Title Only Miami Red">
    <p:bg>
      <p:bgPr>
        <a:blipFill>
          <a:blip r:embed="rId2">
            <a:alphaModFix/>
          </a:blip>
          <a:stretch>
            <a:fillRect/>
          </a:stretch>
        </a:blipFill>
      </p:bgPr>
    </p:bg>
    <p:spTree>
      <p:nvGrpSpPr>
        <p:cNvPr id="83" name="Shape 83"/>
        <p:cNvGrpSpPr/>
        <p:nvPr/>
      </p:nvGrpSpPr>
      <p:grpSpPr>
        <a:xfrm>
          <a:off x="0" y="0"/>
          <a:ext cx="0" cy="0"/>
          <a:chOff x="0" y="0"/>
          <a:chExt cx="0" cy="0"/>
        </a:xfrm>
      </p:grpSpPr>
      <p:sp>
        <p:nvSpPr>
          <p:cNvPr id="84" name="Google Shape;84;p19"/>
          <p:cNvSpPr txBox="1"/>
          <p:nvPr>
            <p:ph type="title"/>
          </p:nvPr>
        </p:nvSpPr>
        <p:spPr>
          <a:xfrm>
            <a:off x="461114" y="273844"/>
            <a:ext cx="8229600" cy="822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19"/>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an">
  <p:cSld name="1_Title Only Tan">
    <p:bg>
      <p:bgPr>
        <a:blipFill>
          <a:blip r:embed="rId2">
            <a:alphaModFix/>
          </a:blip>
          <a:stretch>
            <a:fillRect/>
          </a:stretch>
        </a:blipFill>
      </p:bgPr>
    </p:bg>
    <p:spTree>
      <p:nvGrpSpPr>
        <p:cNvPr id="86" name="Shape 86"/>
        <p:cNvGrpSpPr/>
        <p:nvPr/>
      </p:nvGrpSpPr>
      <p:grpSpPr>
        <a:xfrm>
          <a:off x="0" y="0"/>
          <a:ext cx="0" cy="0"/>
          <a:chOff x="0" y="0"/>
          <a:chExt cx="0" cy="0"/>
        </a:xfrm>
      </p:grpSpPr>
      <p:sp>
        <p:nvSpPr>
          <p:cNvPr id="87" name="Google Shape;87;p20"/>
          <p:cNvSpPr txBox="1"/>
          <p:nvPr>
            <p:ph type="title"/>
          </p:nvPr>
        </p:nvSpPr>
        <p:spPr>
          <a:xfrm>
            <a:off x="461114" y="273844"/>
            <a:ext cx="8229600" cy="822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20"/>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algn="r">
              <a:lnSpc>
                <a:spcPct val="100000"/>
              </a:lnSpc>
              <a:spcBef>
                <a:spcPts val="0"/>
              </a:spcBef>
              <a:spcAft>
                <a:spcPts val="0"/>
              </a:spcAft>
              <a:buSzPts val="1100"/>
              <a:buNone/>
              <a:defRPr>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61114" y="273844"/>
            <a:ext cx="8229600" cy="8229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2300"/>
              <a:buFont typeface="Arial"/>
              <a:buNone/>
              <a:defRPr b="1" i="0" sz="2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61114" y="1243365"/>
            <a:ext cx="8229600" cy="3291900"/>
          </a:xfrm>
          <a:prstGeom prst="rect">
            <a:avLst/>
          </a:prstGeom>
          <a:noFill/>
          <a:ln>
            <a:noFill/>
          </a:ln>
        </p:spPr>
        <p:txBody>
          <a:bodyPr anchorCtr="0" anchor="t" bIns="34275" lIns="68575" spcFirstLastPara="1" rIns="68575" wrap="square" tIns="34275">
            <a:normAutofit/>
          </a:bodyPr>
          <a:lstStyle>
            <a:lvl1pPr indent="-298450" lvl="0" marL="457200" marR="0" rtl="0" algn="l">
              <a:lnSpc>
                <a:spcPct val="100000"/>
              </a:lnSpc>
              <a:spcBef>
                <a:spcPts val="0"/>
              </a:spcBef>
              <a:spcAft>
                <a:spcPts val="0"/>
              </a:spcAft>
              <a:buClr>
                <a:schemeClr val="dk1"/>
              </a:buClr>
              <a:buSzPts val="1100"/>
              <a:buFont typeface="Arial"/>
              <a:buChar char="•"/>
              <a:defRPr b="0" i="0" sz="1800" u="none" cap="none" strike="noStrike">
                <a:solidFill>
                  <a:schemeClr val="dk1"/>
                </a:solidFill>
                <a:latin typeface="Arial"/>
                <a:ea typeface="Arial"/>
                <a:cs typeface="Arial"/>
                <a:sym typeface="Arial"/>
              </a:defRPr>
            </a:lvl1pPr>
            <a:lvl2pPr indent="-292100" lvl="1" marL="914400" marR="0" rtl="0" algn="l">
              <a:lnSpc>
                <a:spcPct val="100000"/>
              </a:lnSpc>
              <a:spcBef>
                <a:spcPts val="500"/>
              </a:spcBef>
              <a:spcAft>
                <a:spcPts val="0"/>
              </a:spcAft>
              <a:buClr>
                <a:schemeClr val="dk1"/>
              </a:buClr>
              <a:buSzPts val="1000"/>
              <a:buFont typeface="Arial"/>
              <a:buChar char="•"/>
              <a:defRPr b="0" i="0" sz="1700" u="none" cap="none" strike="noStrike">
                <a:solidFill>
                  <a:schemeClr val="dk1"/>
                </a:solidFill>
                <a:latin typeface="Arial"/>
                <a:ea typeface="Arial"/>
                <a:cs typeface="Arial"/>
                <a:sym typeface="Arial"/>
              </a:defRPr>
            </a:lvl2pPr>
            <a:lvl3pPr indent="-285750" lvl="2" marL="1371600" marR="0" rtl="0" algn="l">
              <a:lnSpc>
                <a:spcPct val="100000"/>
              </a:lnSpc>
              <a:spcBef>
                <a:spcPts val="50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3pPr>
            <a:lvl4pPr indent="-279400" lvl="3" marL="1828800" marR="0" rtl="0" algn="l">
              <a:lnSpc>
                <a:spcPct val="100000"/>
              </a:lnSpc>
              <a:spcBef>
                <a:spcPts val="500"/>
              </a:spcBef>
              <a:spcAft>
                <a:spcPts val="0"/>
              </a:spcAft>
              <a:buClr>
                <a:schemeClr val="dk1"/>
              </a:buClr>
              <a:buSzPts val="800"/>
              <a:buFont typeface="Arial"/>
              <a:buChar char="•"/>
              <a:defRPr b="0" i="0" sz="1400" u="none" cap="none" strike="noStrike">
                <a:solidFill>
                  <a:schemeClr val="dk1"/>
                </a:solidFill>
                <a:latin typeface="Arial"/>
                <a:ea typeface="Arial"/>
                <a:cs typeface="Arial"/>
                <a:sym typeface="Arial"/>
              </a:defRPr>
            </a:lvl4pPr>
            <a:lvl5pPr indent="-273050" lvl="4" marL="2286000" marR="0" rtl="0" algn="l">
              <a:lnSpc>
                <a:spcPct val="100000"/>
              </a:lnSpc>
              <a:spcBef>
                <a:spcPts val="500"/>
              </a:spcBef>
              <a:spcAft>
                <a:spcPts val="0"/>
              </a:spcAft>
              <a:buClr>
                <a:schemeClr val="dk1"/>
              </a:buClr>
              <a:buSzPts val="700"/>
              <a:buFont typeface="Arial"/>
              <a:buChar char="•"/>
              <a:defRPr b="0" i="0" sz="1200" u="none" cap="none" strike="noStrike">
                <a:solidFill>
                  <a:schemeClr val="dk1"/>
                </a:solidFill>
                <a:latin typeface="Arial"/>
                <a:ea typeface="Arial"/>
                <a:cs typeface="Arial"/>
                <a:sym typeface="Arial"/>
              </a:defRPr>
            </a:lvl5pPr>
            <a:lvl6pPr indent="-317500" lvl="5" marL="27432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6625486" y="4832078"/>
            <a:ext cx="2057400" cy="273900"/>
          </a:xfrm>
          <a:prstGeom prst="rect">
            <a:avLst/>
          </a:prstGeom>
          <a:noFill/>
          <a:ln>
            <a:noFill/>
          </a:ln>
        </p:spPr>
        <p:txBody>
          <a:bodyPr anchorCtr="0" anchor="ctr" bIns="34275" lIns="68575" spcFirstLastPara="1" rIns="68575" wrap="square" tIns="34275">
            <a:noAutofit/>
          </a:bodyPr>
          <a:lstStyle>
            <a:lvl1pPr lvl="0" marR="0" rtl="0" algn="r">
              <a:lnSpc>
                <a:spcPct val="100000"/>
              </a:lnSpc>
              <a:spcBef>
                <a:spcPts val="0"/>
              </a:spcBef>
              <a:spcAft>
                <a:spcPts val="0"/>
              </a:spcAft>
              <a:buClr>
                <a:srgbClr val="000000"/>
              </a:buClr>
              <a:buSzPts val="1100"/>
              <a:buFont typeface="Arial"/>
              <a:buNone/>
              <a:defRPr b="0" i="0" sz="6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1"/>
          <p:cNvSpPr txBox="1"/>
          <p:nvPr>
            <p:ph type="ctrTitle"/>
          </p:nvPr>
        </p:nvSpPr>
        <p:spPr>
          <a:xfrm>
            <a:off x="879953" y="2672160"/>
            <a:ext cx="7255800" cy="17907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t/>
            </a:r>
            <a:endParaRPr/>
          </a:p>
        </p:txBody>
      </p:sp>
      <p:sp>
        <p:nvSpPr>
          <p:cNvPr id="94" name="Google Shape;94;p21"/>
          <p:cNvSpPr txBox="1"/>
          <p:nvPr>
            <p:ph idx="1" type="subTitle"/>
          </p:nvPr>
        </p:nvSpPr>
        <p:spPr>
          <a:xfrm>
            <a:off x="879953" y="2204782"/>
            <a:ext cx="7255800" cy="3354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2"/>
          <p:cNvSpPr txBox="1"/>
          <p:nvPr>
            <p:ph type="title"/>
          </p:nvPr>
        </p:nvSpPr>
        <p:spPr>
          <a:xfrm>
            <a:off x="240214" y="113894"/>
            <a:ext cx="8229600" cy="822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sz="2100"/>
              <a:t>Skeleton Table of </a:t>
            </a:r>
            <a:r>
              <a:rPr lang="en" sz="2100"/>
              <a:t>contents</a:t>
            </a:r>
            <a:r>
              <a:rPr lang="en" sz="2100"/>
              <a:t> </a:t>
            </a:r>
            <a:endParaRPr sz="2100"/>
          </a:p>
        </p:txBody>
      </p:sp>
      <p:sp>
        <p:nvSpPr>
          <p:cNvPr id="100" name="Google Shape;100;p22"/>
          <p:cNvSpPr txBox="1"/>
          <p:nvPr/>
        </p:nvSpPr>
        <p:spPr>
          <a:xfrm>
            <a:off x="240225" y="936800"/>
            <a:ext cx="3411000" cy="374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Introduction (1 map minimum)</a:t>
            </a:r>
            <a:endParaRPr sz="1100"/>
          </a:p>
          <a:p>
            <a:pPr indent="0" lvl="0" marL="0" rtl="0" algn="l">
              <a:spcBef>
                <a:spcPts val="0"/>
              </a:spcBef>
              <a:spcAft>
                <a:spcPts val="0"/>
              </a:spcAft>
              <a:buNone/>
            </a:pPr>
            <a:r>
              <a:rPr lang="en" sz="1100"/>
              <a:t>Discuss why and how you studied the topic and answered your research questions. This section should include at least one map orienting readers to the project.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Findings (1 map per group member, minimum, including the introduction map)</a:t>
            </a:r>
            <a:endParaRPr sz="1100"/>
          </a:p>
          <a:p>
            <a:pPr indent="0" lvl="0" marL="0" rtl="0" algn="l">
              <a:spcBef>
                <a:spcPts val="0"/>
              </a:spcBef>
              <a:spcAft>
                <a:spcPts val="0"/>
              </a:spcAft>
              <a:buNone/>
            </a:pPr>
            <a:r>
              <a:rPr lang="en" sz="1100"/>
              <a:t>Describe the major findings of your research. Each finding should include at least one map output which illustrates it. Include the name of the map’s author on the slide where it is discussed.</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Discussion</a:t>
            </a:r>
            <a:endParaRPr sz="1100"/>
          </a:p>
          <a:p>
            <a:pPr indent="0" lvl="0" marL="0" rtl="0" algn="l">
              <a:spcBef>
                <a:spcPts val="0"/>
              </a:spcBef>
              <a:spcAft>
                <a:spcPts val="0"/>
              </a:spcAft>
              <a:buNone/>
            </a:pPr>
            <a:r>
              <a:rPr lang="en" sz="1100"/>
              <a:t>Propose potential drivers and/or consequences of the spatial patterns you identified. Consider referencing external materials which support your claims. Describe any uncertainty or confounding variables which affect the conclusions you can draw.</a:t>
            </a:r>
            <a:endParaRPr sz="1100"/>
          </a:p>
          <a:p>
            <a:pPr indent="0" lvl="0" marL="0" rtl="0" algn="l">
              <a:spcBef>
                <a:spcPts val="0"/>
              </a:spcBef>
              <a:spcAft>
                <a:spcPts val="0"/>
              </a:spcAft>
              <a:buNone/>
            </a:pPr>
            <a:r>
              <a:t/>
            </a:r>
            <a:endParaRPr sz="1100"/>
          </a:p>
        </p:txBody>
      </p:sp>
      <p:sp>
        <p:nvSpPr>
          <p:cNvPr id="101" name="Google Shape;101;p22"/>
          <p:cNvSpPr txBox="1"/>
          <p:nvPr/>
        </p:nvSpPr>
        <p:spPr>
          <a:xfrm>
            <a:off x="5100450" y="1096950"/>
            <a:ext cx="3234900" cy="2946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sz="1800">
                <a:solidFill>
                  <a:schemeClr val="dk1"/>
                </a:solidFill>
              </a:rPr>
              <a:t>Intro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Findings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Map 1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Map 2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Map 3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Map 4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Map 5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Map 6 </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Map 7 (optional)</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Discussion</a:t>
            </a:r>
            <a:endParaRPr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3"/>
          <p:cNvSpPr txBox="1"/>
          <p:nvPr/>
        </p:nvSpPr>
        <p:spPr>
          <a:xfrm>
            <a:off x="472425" y="912800"/>
            <a:ext cx="4980300" cy="349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Rough Sequence</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Find data </a:t>
            </a:r>
            <a:r>
              <a:rPr lang="en" sz="1800">
                <a:solidFill>
                  <a:schemeClr val="dk1"/>
                </a:solidFill>
              </a:rPr>
              <a:t>sources</a:t>
            </a:r>
            <a:r>
              <a:rPr lang="en" sz="1800">
                <a:solidFill>
                  <a:schemeClr val="dk1"/>
                </a:solidFill>
              </a:rPr>
              <a:t>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Tr</a:t>
            </a:r>
            <a:r>
              <a:rPr lang="en" sz="1800">
                <a:solidFill>
                  <a:schemeClr val="dk1"/>
                </a:solidFill>
              </a:rPr>
              <a:t>ansform</a:t>
            </a:r>
            <a:r>
              <a:rPr lang="en" sz="1800">
                <a:solidFill>
                  <a:schemeClr val="dk1"/>
                </a:solidFill>
              </a:rPr>
              <a:t> and load in ARC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Make Mappy </a:t>
            </a:r>
            <a:endParaRPr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4"/>
          <p:cNvSpPr txBox="1"/>
          <p:nvPr>
            <p:ph type="title"/>
          </p:nvPr>
        </p:nvSpPr>
        <p:spPr>
          <a:xfrm>
            <a:off x="461114" y="273844"/>
            <a:ext cx="8229600" cy="822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5"/>
          <p:cNvSpPr txBox="1"/>
          <p:nvPr>
            <p:ph idx="1" type="body"/>
          </p:nvPr>
        </p:nvSpPr>
        <p:spPr>
          <a:xfrm>
            <a:off x="461114" y="1243365"/>
            <a:ext cx="8229600" cy="32919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t/>
            </a:r>
            <a:endParaRPr/>
          </a:p>
        </p:txBody>
      </p:sp>
      <p:sp>
        <p:nvSpPr>
          <p:cNvPr id="117" name="Google Shape;117;p25"/>
          <p:cNvSpPr txBox="1"/>
          <p:nvPr>
            <p:ph type="title"/>
          </p:nvPr>
        </p:nvSpPr>
        <p:spPr>
          <a:xfrm>
            <a:off x="461114" y="273844"/>
            <a:ext cx="8229600" cy="822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6"/>
          <p:cNvSpPr txBox="1"/>
          <p:nvPr>
            <p:ph type="ctrTitle"/>
          </p:nvPr>
        </p:nvSpPr>
        <p:spPr>
          <a:xfrm>
            <a:off x="879953" y="2672160"/>
            <a:ext cx="7255800" cy="17907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t/>
            </a:r>
            <a:endParaRPr/>
          </a:p>
        </p:txBody>
      </p:sp>
      <p:sp>
        <p:nvSpPr>
          <p:cNvPr id="123" name="Google Shape;123;p26"/>
          <p:cNvSpPr txBox="1"/>
          <p:nvPr>
            <p:ph idx="1" type="subTitle"/>
          </p:nvPr>
        </p:nvSpPr>
        <p:spPr>
          <a:xfrm>
            <a:off x="879953" y="2176598"/>
            <a:ext cx="7255800" cy="335400"/>
          </a:xfrm>
          <a:prstGeom prst="rect">
            <a:avLst/>
          </a:prstGeom>
        </p:spPr>
        <p:txBody>
          <a:bodyPr anchorCtr="0" anchor="b" bIns="34275" lIns="68575" spcFirstLastPara="1" rIns="68575" wrap="square" tIns="34275">
            <a:norm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7"/>
          <p:cNvSpPr txBox="1"/>
          <p:nvPr>
            <p:ph type="title"/>
          </p:nvPr>
        </p:nvSpPr>
        <p:spPr>
          <a:xfrm>
            <a:off x="457200" y="273843"/>
            <a:ext cx="8229600" cy="8229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129" name="Google Shape;129;p27"/>
          <p:cNvSpPr txBox="1"/>
          <p:nvPr>
            <p:ph idx="1" type="body"/>
          </p:nvPr>
        </p:nvSpPr>
        <p:spPr>
          <a:xfrm>
            <a:off x="457199" y="1223470"/>
            <a:ext cx="3977700" cy="4116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130" name="Google Shape;130;p27"/>
          <p:cNvSpPr txBox="1"/>
          <p:nvPr>
            <p:ph idx="2" type="body"/>
          </p:nvPr>
        </p:nvSpPr>
        <p:spPr>
          <a:xfrm>
            <a:off x="457200" y="1708460"/>
            <a:ext cx="3977700" cy="28119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t/>
            </a:r>
            <a:endParaRPr/>
          </a:p>
        </p:txBody>
      </p:sp>
      <p:sp>
        <p:nvSpPr>
          <p:cNvPr id="131" name="Google Shape;131;p27"/>
          <p:cNvSpPr txBox="1"/>
          <p:nvPr>
            <p:ph idx="3" type="body"/>
          </p:nvPr>
        </p:nvSpPr>
        <p:spPr>
          <a:xfrm>
            <a:off x="4705246" y="1223470"/>
            <a:ext cx="3977700" cy="4116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132" name="Google Shape;132;p27"/>
          <p:cNvSpPr txBox="1"/>
          <p:nvPr>
            <p:ph idx="4" type="body"/>
          </p:nvPr>
        </p:nvSpPr>
        <p:spPr>
          <a:xfrm>
            <a:off x="4705246" y="1708460"/>
            <a:ext cx="3977700" cy="2811900"/>
          </a:xfrm>
          <a:prstGeom prst="rect">
            <a:avLst/>
          </a:prstGeom>
        </p:spPr>
        <p:txBody>
          <a:bodyPr anchorCtr="0" anchor="t" bIns="34275" lIns="68575" spcFirstLastPara="1" rIns="68575" wrap="square" tIns="34275">
            <a:norm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Miami University 2021">
      <a:dk1>
        <a:srgbClr val="000000"/>
      </a:dk1>
      <a:lt1>
        <a:srgbClr val="FFFFFF"/>
      </a:lt1>
      <a:dk2>
        <a:srgbClr val="C31230"/>
      </a:dk2>
      <a:lt2>
        <a:srgbClr val="FAF9F7"/>
      </a:lt2>
      <a:accent1>
        <a:srgbClr val="C31230"/>
      </a:accent1>
      <a:accent2>
        <a:srgbClr val="AD102A"/>
      </a:accent2>
      <a:accent3>
        <a:srgbClr val="CCC9B8"/>
      </a:accent3>
      <a:accent4>
        <a:srgbClr val="EDECE2"/>
      </a:accent4>
      <a:accent5>
        <a:srgbClr val="EFDB71"/>
      </a:accent5>
      <a:accent6>
        <a:srgbClr val="00000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